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90277-73F9-DE42-87FE-DACBF3A646A4}" v="63" dt="2026-04-14T16:18:50.029"/>
    <p1510:client id="{894D2D00-4F75-70E0-4825-635ADD80455F}" v="222" dt="2026-04-14T16:20:57.880"/>
    <p1510:client id="{9C370D6C-CA46-DFED-7B6B-125B120DC743}" v="56" dt="2026-04-14T16:07:44.620"/>
    <p1510:client id="{D47E5542-BA41-8AEC-33FC-328385240B35}" v="65" dt="2026-04-14T16:19:08.981"/>
    <p1510:client id="{DF921114-3DAF-E04D-E39B-1B15F4EE4377}" v="63" dt="2026-04-14T16:18:40.127"/>
    <p1510:client id="{FDF72B6C-ED29-540C-F47E-51E06C62E0E2}" v="171" dt="2026-04-14T16:18:05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A0C0-99A8-9678-7A4D-F05B8624B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A6917-2C6B-CAFC-0F5F-F25429B01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2A32-F75C-DDE0-4C43-0C0E8015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91E6B-B2B4-8D04-A9A6-8FA432E9B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4504E-37C1-DC69-6020-F246CCC5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D501-D24B-6139-DF40-093DF6BE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4B1D8-5237-F277-7DCC-809F50F0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4E33-1DE9-E1D7-68E7-1A114DDB5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D1100-F3EC-D866-EF21-2EA209D7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4CC4F-6D5F-0696-89D8-3E08DE90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7269-677E-7DB8-C70D-B15D51577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39847-4247-C60B-1579-329AFBCD6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2D7A0-A40B-CBF4-BC2C-45BED807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100D7-296E-6EAB-ED3C-48528B66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D858-191A-C973-DA65-593C4898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89DF-A6C9-45CF-F0B8-D2ADA47C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BBE4A-05D0-8CF9-D015-E8EEB2354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1B2A5-6022-7B9F-76F4-8CADEA757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97AED-AD66-9E02-89B2-29FA8581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E1CF0-494D-4BA6-1320-A7085007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1E609-D409-8D65-7AFB-C2623736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80D5-8CA4-575B-7471-72BFC26D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78F4-E935-425D-906E-F8A7A3CD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2241B-CB91-86FC-E8B3-4618E7749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433CB-DBB4-19C0-DFC4-3F45EB245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407CA-A666-D2D7-E659-891CCECFA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4D131-61FC-DC2B-796A-01B94D59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18642-4119-0D6A-DC7E-F61E2F9D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769E3-5570-BF3E-36B1-5FFA723D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8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564F-6953-7E25-863B-BED92B60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20B2-8ECB-758F-E183-26679BCE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18BFE-D8F2-4DE2-7216-67C77C89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E8CF2-8E51-DABC-234C-DD4ED3F5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1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E0C11-26F3-FAB0-15F7-98F3CF32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D86A8-0CA4-FC92-7062-3F3405EA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7F4A7-91A4-B859-CB7D-C0E7B164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5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BB5F-A673-50E9-688E-2153CE36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A545-2830-CDE5-7973-D9ABA7980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9AF2C-0104-293B-4539-5E515971F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B2072-F9BB-9FE1-6A28-09112792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F1E4E-8BE6-57F7-95F7-4CA479A5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34662-6E27-0BFF-B08F-8BDB5FDF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9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3F44-368D-2B07-9149-013D81B1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6D221-108E-7D4B-229B-20D38CAC6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A977F-75E0-983D-D0FF-CE40C13B6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86694-F012-9EDC-CA90-68D4D524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DB792-C7D9-DE12-A5BC-066FAC0A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61D88-D4F2-1051-0582-49034997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5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77A5-DCFD-2D33-90CC-C4889ED5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34B91-5D0E-F5B7-4D33-F57F2BD8C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322CF-FC40-030F-B4E1-03BFFA50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C2E39-426C-22B6-5A3F-BA29AD3D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FD4EB-114F-7211-0046-01A6184D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2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77B3C-FC7D-0FD1-A7AA-4B8C2D641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9238F-6193-C392-50E7-2CE287622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12FD2-F334-9ADE-C9C8-73808C37F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80753-E07B-A67E-2141-25BD9414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140EC-F297-0662-625F-08884F6A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E9962-5978-C785-1B82-D7AD077A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414E0-CABE-9ADF-EAD6-343C62FB9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A0AB-3BC7-A910-7899-3510D5A42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5428E-DE11-6047-BFB4-B64F4FF2827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1AFF7-6561-FFC3-3D7C-5D6B49ED2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302F-052C-ADE0-49D3-5D33933E1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7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8C9F-9F8B-E08D-1383-E82FCF9E11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Improving Floating Solar Farms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7688-83B4-899F-7068-86A503EEE8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Acharya, Utsav – Computer Science</a:t>
            </a:r>
          </a:p>
          <a:p>
            <a:r>
              <a:rPr lang="en-US"/>
              <a:t>Evans, Daniel – Mechanical Engineering</a:t>
            </a:r>
          </a:p>
          <a:p>
            <a:r>
              <a:rPr lang="en-US"/>
              <a:t>Gilliam, Erica – Industrial Engineering</a:t>
            </a:r>
          </a:p>
          <a:p>
            <a:r>
              <a:rPr lang="en-US"/>
              <a:t>Harmeyer, Reese – Computer Engineering</a:t>
            </a:r>
          </a:p>
          <a:p>
            <a:r>
              <a:rPr lang="en-US">
                <a:ea typeface="+mn-lt"/>
                <a:cs typeface="+mn-lt"/>
              </a:rPr>
              <a:t>Rockenbaugh, Carter – Mechanical Engineering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269C-431C-DA5B-E7B3-53E5945C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F5DB-106F-A4ED-04FB-EF2B616F9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CE0C-D31D-D86C-A326-CD7E25E5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3F25-1C8C-5B94-EDEA-3628F092E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Motivations </a:t>
            </a:r>
          </a:p>
        </p:txBody>
      </p:sp>
    </p:spTree>
    <p:extLst>
      <p:ext uri="{BB962C8B-B14F-4D97-AF65-F5344CB8AC3E}">
        <p14:creationId xmlns:p14="http://schemas.microsoft.com/office/powerpoint/2010/main" val="88320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AB7B-2595-740C-9E9B-95BDBF11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2FBD6-2FAC-AFC0-693C-3BE99B3C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7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3D7B-B8DD-1CDB-C16E-0318E9D4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BC1D6-5FCD-C52A-61A3-BA8FA83DF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3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1898-7442-29A9-61D8-D7FA2CF2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17E1-B7A5-BCC2-2317-D3175A9E6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5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5186-7669-37F1-7BD0-35A7DC9A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Detection 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BCC2B-A56F-4549-A3B2-2861EC83C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0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28D7-DDF8-42C8-B49D-7D610765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Cleaning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30E6-AE6B-A61A-04D4-C64E960D1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4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2DC6-97AC-48BE-1860-741C833E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C171-E2AE-1466-C10E-D2CCF162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8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8A10-6712-354C-1E50-B06BA0E2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50CF-2677-5DD1-C15A-124527625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Redo overview</a:t>
            </a:r>
          </a:p>
        </p:txBody>
      </p:sp>
    </p:spTree>
    <p:extLst>
      <p:ext uri="{BB962C8B-B14F-4D97-AF65-F5344CB8AC3E}">
        <p14:creationId xmlns:p14="http://schemas.microsoft.com/office/powerpoint/2010/main" val="345860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F9DA-6163-2CF0-E11F-02FEBB1E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4F20E-C981-9CD9-546A-655C43574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Highlight outcomes</a:t>
            </a:r>
          </a:p>
          <a:p>
            <a:r>
              <a:rPr lang="en-US"/>
              <a:t>findings</a:t>
            </a:r>
          </a:p>
        </p:txBody>
      </p:sp>
    </p:spTree>
    <p:extLst>
      <p:ext uri="{BB962C8B-B14F-4D97-AF65-F5344CB8AC3E}">
        <p14:creationId xmlns:p14="http://schemas.microsoft.com/office/powerpoint/2010/main" val="255394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BFD4-F84C-2CE8-B701-25BDF25E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545AB-68A9-9A20-E2E7-BD330C201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only need to use this for specific information that is discussed in this power point. We do not need to re-site images that include the full URL.</a:t>
            </a:r>
          </a:p>
        </p:txBody>
      </p:sp>
    </p:spTree>
    <p:extLst>
      <p:ext uri="{BB962C8B-B14F-4D97-AF65-F5344CB8AC3E}">
        <p14:creationId xmlns:p14="http://schemas.microsoft.com/office/powerpoint/2010/main" val="2571669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A29D-2C49-F831-3C6F-2C4BAA38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70B95-7CCB-5AD4-12A3-3FEEE77ED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Acharya, Utsav – acharya.41@wright.edu</a:t>
            </a:r>
            <a:endParaRPr lang="en-US"/>
          </a:p>
          <a:p>
            <a:r>
              <a:rPr lang="en-US" sz="3600"/>
              <a:t>Evans, Daniel – </a:t>
            </a:r>
            <a:r>
              <a:rPr lang="en-US" sz="3600" err="1"/>
              <a:t>evans</a:t>
            </a:r>
            <a:r>
              <a:rPr lang="en-US" sz="3600"/>
              <a:t>.616@wright.edu</a:t>
            </a:r>
          </a:p>
          <a:p>
            <a:r>
              <a:rPr lang="en-US" sz="3600"/>
              <a:t>Gilliam, Erica – gilliam.55@wright.edu</a:t>
            </a:r>
          </a:p>
          <a:p>
            <a:r>
              <a:rPr lang="en-US" sz="3600"/>
              <a:t>Harmeyer, Reese – Computer Engineering</a:t>
            </a:r>
            <a:endParaRPr lang="en-US"/>
          </a:p>
          <a:p>
            <a:r>
              <a:rPr lang="en-US" sz="3600"/>
              <a:t>Rockenbaugh, Carter – rockenbaugh.3@wright.edu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3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Improving Floating Solar Farms </vt:lpstr>
      <vt:lpstr>Overview</vt:lpstr>
      <vt:lpstr>Discussion Chart</vt:lpstr>
      <vt:lpstr>Background </vt:lpstr>
      <vt:lpstr>Location</vt:lpstr>
      <vt:lpstr>Material</vt:lpstr>
      <vt:lpstr>Detection System</vt:lpstr>
      <vt:lpstr>Cleaning Robot</vt:lpstr>
      <vt:lpstr>Cost</vt:lpstr>
      <vt:lpstr>Review</vt:lpstr>
      <vt:lpstr>Conclusion </vt:lpstr>
      <vt:lpstr>Bibliography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Evans, Daniel</dc:creator>
  <cp:revision>2</cp:revision>
  <dcterms:created xsi:type="dcterms:W3CDTF">2026-04-14T15:51:42Z</dcterms:created>
  <dcterms:modified xsi:type="dcterms:W3CDTF">2026-04-15T22:40:14Z</dcterms:modified>
</cp:coreProperties>
</file>