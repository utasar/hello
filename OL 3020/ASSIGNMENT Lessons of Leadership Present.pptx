
<file path=[Content_Types].xml><?xml version="1.0" encoding="utf-8"?>
<Types xmlns="http://schemas.openxmlformats.org/package/2006/content-types"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09D37-0C04-8BDE-94DC-D5A90F76B9DC}" v="31" dt="2026-03-13T00:31:13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CD08A1-3BB3-4FA4-B1D0-6691CC47BC7C}" type="datetimeFigureOut"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6BB10A-2830-4481-B701-3D0D905B89C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85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D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143D22">
              <a:alpha val="45000"/>
            </a:srgbClr>
          </a:solidFill>
          <a:ln w="12700">
            <a:solidFill>
              <a:srgbClr val="143D22">
                <a:alpha val="4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37160" y="0"/>
            <a:ext cx="4251960" cy="914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37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 3020  –  Leadership Foundations  |  Wright State University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4023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Influential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74320" y="1965960"/>
            <a:ext cx="256032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20756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Emanuel O. Clayton, Ph.D.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74320" y="25786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Director – Academic Success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Success Center, Wright State University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Learning Center – Tutor Supervisor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4320" y="3520440"/>
            <a:ext cx="187452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602736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03504" y="35387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Met: Summer 2024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2286000" y="3520440"/>
            <a:ext cx="1874520" cy="502920"/>
          </a:xfrm>
          <a:prstGeom prst="rect">
            <a:avLst/>
          </a:prstGeom>
          <a:solidFill>
            <a:srgbClr val="0D3B1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77440" y="3602736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15184" y="3538728"/>
            <a:ext cx="1481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Spring 2025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274320" y="4663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March 12, 2026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8503920" y="48463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A9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4</a:t>
            </a:r>
            <a:endParaRPr lang="en-US" sz="800" dirty="0"/>
          </a:p>
        </p:txBody>
      </p:sp>
      <p:pic>
        <p:nvPicPr>
          <p:cNvPr id="19" name="slide 1">
            <a:hlinkClick r:id="" action="ppaction://media"/>
            <a:extLst>
              <a:ext uri="{FF2B5EF4-FFF2-40B4-BE49-F238E27FC236}">
                <a16:creationId xmlns:a16="http://schemas.microsoft.com/office/drawing/2014/main" id="{CEE57FD5-26B3-9114-8923-38B9B46D67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816990" y="275882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STRENGTH  –  GALLUP CLIFTONSTRENGTHS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5943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Rath, T. (2007). StrengthsFinder 2.0. Gallup Press.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Clayton receiving the Wright Leader Academy Award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recognize and cultivate the potential in others. They notice small signs of growth and find genuine satisfaction in helping people improve (Rath, 2007).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953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544" y="294436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1148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Hires Strategically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3891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who are knowledgeable, patient, and supportive.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41401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8024" y="294436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6596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for Growth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199339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tutors for in-person and online sessions to build professional skills.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968496" y="2889504"/>
            <a:ext cx="475488" cy="475488"/>
          </a:xfrm>
          <a:prstGeom prst="ellipse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32504" y="294436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401568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Encouragement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3547872" y="3822192"/>
            <a:ext cx="12984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Responds to student mistakes with a smile and motivation, not discouragement.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5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4</a:t>
            </a:r>
            <a:endParaRPr lang="en-US" sz="850" dirty="0"/>
          </a:p>
        </p:txBody>
      </p:sp>
      <p:pic>
        <p:nvPicPr>
          <p:cNvPr id="33" name="slide 2">
            <a:hlinkClick r:id="" action="ppaction://media"/>
            <a:extLst>
              <a:ext uri="{FF2B5EF4-FFF2-40B4-BE49-F238E27FC236}">
                <a16:creationId xmlns:a16="http://schemas.microsoft.com/office/drawing/2014/main" id="{2FEBF0BF-61FC-C256-99E1-A17CA9DF03D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801544" y="399449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2588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25880"/>
            <a:ext cx="9144000" cy="64008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IN PRACTICE  –  CHAPTER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Implements a Vision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60920" y="91440"/>
            <a:ext cx="1051560" cy="1051560"/>
          </a:xfrm>
          <a:prstGeom prst="ellipse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4" y="228600"/>
            <a:ext cx="621792" cy="6217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14447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9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Ch. 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120640" y="1508760"/>
            <a:ext cx="3657600" cy="3154680"/>
          </a:xfrm>
          <a:prstGeom prst="rect">
            <a:avLst/>
          </a:prstGeom>
          <a:solidFill>
            <a:srgbClr val="EEEBE4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166360" y="1554480"/>
            <a:ext cx="3566160" cy="30632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206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Tutoring session at the Math Learning Center, Wright State University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65760" y="1719072"/>
            <a:ext cx="4572000" cy="91440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502920" y="1764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02920" y="199339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student independence in mathematics — strengthen foundational skills so students no longer rely on others for answers.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576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1148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Right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3891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tutors with knowledge and patience to guide struggling students.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192024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192024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92024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196596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Prepare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199339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tutors for online and in-person sessions, building professional skills.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3474720" y="2816352"/>
            <a:ext cx="14447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CBB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3474720" y="2816352"/>
            <a:ext cx="1444752" cy="502920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474720" y="283464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9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3520440" y="334670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to Independence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547872" y="3767328"/>
            <a:ext cx="129844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Tutors walk students through thinking, not just giving answers.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E5631"/>
          </a:solidFill>
          <a:ln w="12700">
            <a:solidFill>
              <a:srgbClr val="1E5631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365760" y="492861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 |  Wright State University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8412480" y="4928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4</a:t>
            </a:r>
            <a:endParaRPr lang="en-US" sz="850" dirty="0"/>
          </a:p>
        </p:txBody>
      </p:sp>
      <p:pic>
        <p:nvPicPr>
          <p:cNvPr id="33" name="slide 3">
            <a:hlinkClick r:id="" action="ppaction://media"/>
            <a:extLst>
              <a:ext uri="{FF2B5EF4-FFF2-40B4-BE49-F238E27FC236}">
                <a16:creationId xmlns:a16="http://schemas.microsoft.com/office/drawing/2014/main" id="{88ADF2B8-97F4-B72F-D09D-6DF831CE2C2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5936821" y="299051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repeatCount="indefinite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56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657600" cy="54864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1325880" cy="10058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38988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22529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Northouse, P. G. (2025). Introduction to leadership: Concepts and practice (6th ed.). Sage Publications.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8412480" cy="1005840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67712"/>
            <a:ext cx="1325880" cy="10058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5603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CliftonStrengths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395728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Rath, T. (2007). StrengthsFinder 2.0. Gallup Press.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8412480" cy="1005840"/>
          </a:xfrm>
          <a:prstGeom prst="rect">
            <a:avLst/>
          </a:prstGeom>
          <a:solidFill>
            <a:srgbClr val="143D22"/>
          </a:solidFill>
          <a:ln w="12700">
            <a:solidFill>
              <a:srgbClr val="B8962E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38144"/>
            <a:ext cx="1325880" cy="1005840"/>
          </a:xfrm>
          <a:prstGeom prst="rect">
            <a:avLst/>
          </a:prstGeom>
          <a:solidFill>
            <a:srgbClr val="B8962E"/>
          </a:solidFill>
          <a:ln w="12700">
            <a:solidFill>
              <a:srgbClr val="B896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7307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Profile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3566160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Clayton, E. O. (2026). Wright State University profile. https://people.wright.edu/emanuel.clayton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DB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Utsav Acharya  |  OL 3020 – Leadership Foundations  |  Wright State University  |  March 12, 2026</a:t>
            </a:r>
            <a:endParaRPr lang="en-US" sz="900" dirty="0"/>
          </a:p>
        </p:txBody>
      </p:sp>
      <p:pic>
        <p:nvPicPr>
          <p:cNvPr id="18" name="slide 4">
            <a:hlinkClick r:id="" action="ppaction://media"/>
            <a:extLst>
              <a:ext uri="{FF2B5EF4-FFF2-40B4-BE49-F238E27FC236}">
                <a16:creationId xmlns:a16="http://schemas.microsoft.com/office/drawing/2014/main" id="{2120CEA4-F4EC-7E32-9FBB-709309C4B7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484902" y="275882"/>
            <a:ext cx="730250" cy="730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showWhenStopped="0">
                <p:cTn id="7" fill="remove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27</cp:revision>
  <dcterms:created xsi:type="dcterms:W3CDTF">2026-03-13T00:10:33Z</dcterms:created>
  <dcterms:modified xsi:type="dcterms:W3CDTF">2026-03-13T00:36:04Z</dcterms:modified>
</cp:coreProperties>
</file>