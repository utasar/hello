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ayton_ws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43D22">
              <a:alpha val="45000"/>
            </a:srgbClr>
          </a:solidFill>
          <a:ln w="12700">
            <a:solidFill>
              <a:srgbClr val="143D22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7160" y="0"/>
            <a:ext cx="4251960" cy="914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37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 3020  –  Leadership Foundations  |  Wright State University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Influential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256032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075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Emanuel O. Clayton, Ph.D.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4320" y="2578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Director – Academic Success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Center, Wright State University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Learning Center – Tutor Supervisor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3520440"/>
            <a:ext cx="192024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027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35387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Summer 2024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31720" y="3520440"/>
            <a:ext cx="192024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360273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60904" y="353872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Together: Spring 2025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7432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March 12, 2026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50392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STRENGTH  –  CHAPTER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Sociability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Ch. 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aw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554480"/>
            <a:ext cx="3566160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Clayton receiving the Wright Leader Academy Award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Sociability refers to a leader's ability to build positive relationships and communicate effectively with others (Northouse, 2025).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9443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148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Relationships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3891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tutors and students to collaborate and communicate openly.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41401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294436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Environment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99339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students make mistakes, he responds with encouragement.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96849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504" y="29443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Communication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54787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space where students feel confident asking questions.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 PRACTICE  –  CHAPTER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Implements a Vision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Ch.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tutor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66360" y="1554480"/>
            <a:ext cx="3566160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session at the Math Learning Center, Wright State University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 independence in mathematics — strengthen foundational skills so students no longer rely on others for answers.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1148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Right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3891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tutors with knowledge and patience to guide struggling students.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92024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92024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96596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Prepare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99339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tutors for online and in-person sessions, building professional skills.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47472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52044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to Independence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54787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walk students through thinking, not just giving answers.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8412480" cy="1115568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1325880" cy="111556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1790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33502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Introduction to leadership: Concepts and practice (6th ed.). Sage Publications.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96312"/>
            <a:ext cx="8412480" cy="1115568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96312"/>
            <a:ext cx="1325880" cy="111556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8437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Profile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6609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Clayton, E. O. (2026). Wright State University profile. https://people.wright.edu/emanuel.clayton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– Leadership Foundations  |  Wright State University  |  March 12,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0" y="4919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of Leadership – Dr. Emanuel Clayton</dc:title>
  <dc:subject>PptxGenJS Presentation</dc:subject>
  <dc:creator>PptxGenJS</dc:creator>
  <cp:lastModifiedBy>PptxGenJS</cp:lastModifiedBy>
  <cp:revision>1</cp:revision>
  <dcterms:created xsi:type="dcterms:W3CDTF">2026-03-12T19:22:06Z</dcterms:created>
  <dcterms:modified xsi:type="dcterms:W3CDTF">2026-03-12T19:22:06Z</dcterms:modified>
</cp:coreProperties>
</file>