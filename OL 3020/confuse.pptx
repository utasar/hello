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A125B-1EAF-5AC9-D4D0-E1820C72E12B}" v="21" dt="2026-03-13T00:12:23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DD486-5CDC-4031-BC0E-F42067A703DB}" type="datetimeFigureOut"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0B8F5-50DF-4D30-9877-7B2E65CE7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43D22">
              <a:alpha val="45000"/>
            </a:srgbClr>
          </a:solidFill>
          <a:ln w="12700">
            <a:solidFill>
              <a:srgbClr val="143D22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160" y="0"/>
            <a:ext cx="4251960" cy="914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3020  –  Leadership Foundations  |  Wright State University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Influential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56032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Emanuel O. Clayton, Ph.D.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" y="2578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Director – Academic Success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Center, Wright State University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Learning Center – Tutor Supervisor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027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Summer 2024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28600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36027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1518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Spring 2025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743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March 12, 2026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50392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  <p:pic>
        <p:nvPicPr>
          <p:cNvPr id="19" name="slide 1">
            <a:hlinkClick r:id="" action="ppaction://media"/>
            <a:extLst>
              <a:ext uri="{FF2B5EF4-FFF2-40B4-BE49-F238E27FC236}">
                <a16:creationId xmlns:a16="http://schemas.microsoft.com/office/drawing/2014/main" id="{7E16697A-F389-CDE0-5DF5-17C517D24A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130670" y="139830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STRENGTH  –  CHAPTER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Sociability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Clayton receiving the Wright Leader Academy Award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Sociability refers to a leader's ability to build positive relationships and communicate effectively with others (Northouse, 2025).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9443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48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Relationships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891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tutors and students to collaborate and communicate openly.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41401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94436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Environment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99339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students make mistakes, he responds with encouragement.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96849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29443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Communication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54787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space where students feel confident asking questions.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PRACTICE  –  CHAPTER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Implements a Vision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2743" y="1571288"/>
            <a:ext cx="3818291" cy="3046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session at the Math Learning Center, Wright State University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independence in mathematics — strengthen foundational skills so students no longer rely on others for answers.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1148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Right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3891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with knowledge and patience to guide struggling students.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92024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2024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96596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Prepare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99339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online and in-person sessions, building professional skills.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7472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52044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Independence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54787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walk students through thinking, not just giving answers.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50" dirty="0"/>
          </a:p>
        </p:txBody>
      </p:sp>
      <p:pic>
        <p:nvPicPr>
          <p:cNvPr id="33" name="slide 3">
            <a:hlinkClick r:id="" action="ppaction://media"/>
            <a:extLst>
              <a:ext uri="{FF2B5EF4-FFF2-40B4-BE49-F238E27FC236}">
                <a16:creationId xmlns:a16="http://schemas.microsoft.com/office/drawing/2014/main" id="{2DD86483-1112-2437-E3E6-2E14A6A494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23081" y="181162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8412480" cy="1115568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1325880" cy="111556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179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33502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8412480" cy="1115568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96312"/>
            <a:ext cx="1325880" cy="111556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437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Profile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6609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Clayton, E. O. (2026). Wright State University profile. https://people.wright.edu/emanuel.clayton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– Leadership Foundations  |  Wright State University  |  March 12, 2026</a:t>
            </a:r>
            <a:endParaRPr lang="en-US" sz="900" dirty="0"/>
          </a:p>
        </p:txBody>
      </p:sp>
      <p:pic>
        <p:nvPicPr>
          <p:cNvPr id="14" name="slide 4">
            <a:hlinkClick r:id="" action="ppaction://media"/>
            <a:extLst>
              <a:ext uri="{FF2B5EF4-FFF2-40B4-BE49-F238E27FC236}">
                <a16:creationId xmlns:a16="http://schemas.microsoft.com/office/drawing/2014/main" id="{EA4A3A36-3EB9-90F2-AACD-1D8141B672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4346" y="147544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of Leadership – Dr. Emanuel Clayton</dc:title>
  <dc:subject>PptxGenJS Presentation</dc:subject>
  <dc:creator>PptxGenJS</dc:creator>
  <cp:lastModifiedBy>PptxGenJS</cp:lastModifiedBy>
  <cp:revision>20</cp:revision>
  <dcterms:created xsi:type="dcterms:W3CDTF">2026-03-12T19:25:25Z</dcterms:created>
  <dcterms:modified xsi:type="dcterms:W3CDTF">2026-03-13T00:36:38Z</dcterms:modified>
</cp:coreProperties>
</file>