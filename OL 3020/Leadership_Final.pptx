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6472A"/>
          </a:solidFill>
          <a:ln w="12700">
            <a:solidFill>
              <a:srgbClr val="16472A"/>
            </a:solidFill>
            <a:prstDash val="solid"/>
          </a:ln>
        </p:spPr>
      </p:sp>
      <p:pic>
        <p:nvPicPr>
          <p:cNvPr id="4" name="Image 0" descr="/home/claude/dr_clayt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28600"/>
            <a:ext cx="3108960" cy="3108960"/>
          </a:xfrm>
          <a:prstGeom prst="ellipse">
            <a:avLst/>
          </a:prstGeom>
        </p:spPr>
      </p:pic>
      <p:pic>
        <p:nvPicPr>
          <p:cNvPr id="5" name="Image 1" descr="/home/claude/wsu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566160"/>
            <a:ext cx="2103120" cy="12801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4592" y="0"/>
            <a:ext cx="5486400" cy="109728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164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 3020 – Leadership Foundations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20040" y="50292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of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</a:t>
            </a:r>
            <a:endParaRPr lang="en-US" sz="4000" dirty="0"/>
          </a:p>
        </p:txBody>
      </p:sp>
      <p:sp>
        <p:nvSpPr>
          <p:cNvPr id="9" name="Shape 5"/>
          <p:cNvSpPr/>
          <p:nvPr/>
        </p:nvSpPr>
        <p:spPr>
          <a:xfrm>
            <a:off x="320040" y="1938528"/>
            <a:ext cx="2286000" cy="4572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2057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Emanuel O. Clayton, Ph.D.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320040" y="25603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Director – Academic Success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Success Center, Wright State University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20040" y="3337560"/>
            <a:ext cx="1664208" cy="566928"/>
          </a:xfrm>
          <a:prstGeom prst="rect">
            <a:avLst>
              <a:gd name="adj" fmla="val 12903"/>
            </a:avLst>
          </a:prstGeom>
          <a:solidFill>
            <a:srgbClr val="145228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401568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" y="33558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Since 2024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2103120" y="3337560"/>
            <a:ext cx="1664208" cy="566928"/>
          </a:xfrm>
          <a:prstGeom prst="rect">
            <a:avLst>
              <a:gd name="adj" fmla="val 12903"/>
            </a:avLst>
          </a:prstGeom>
          <a:solidFill>
            <a:srgbClr val="145228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340156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423160" y="33558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Since Spring 2025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3886200" y="3337560"/>
            <a:ext cx="1664208" cy="566928"/>
          </a:xfrm>
          <a:prstGeom prst="rect">
            <a:avLst>
              <a:gd name="adj" fmla="val 12903"/>
            </a:avLst>
          </a:prstGeom>
          <a:solidFill>
            <a:srgbClr val="145228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3401568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206240" y="33558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Learning Center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320040" y="4114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Acharya  |  March 12, 2026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7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4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0"/>
            <a:ext cx="9144000" cy="64008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STRENGTH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132320" y="73152"/>
            <a:ext cx="1024128" cy="1024128"/>
          </a:xfrm>
          <a:prstGeom prst="ellipse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201168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CliftonStrengths (Rath, 2007)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691640"/>
            <a:ext cx="4114800" cy="100584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" y="1737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19933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recognize and cultivate the potential in others. They notice even small signs of growth and find genuine satisfaction in helping people improve.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65760" y="2852928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" y="2926080"/>
            <a:ext cx="457200" cy="45720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98094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87552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 Strategically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75488" y="3401568"/>
            <a:ext cx="2450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Clayton carefully selects tutors who are patient and skilled to build a strong support team.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00400" y="2852928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310128" y="2926080"/>
            <a:ext cx="457200" cy="45720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2980944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22192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for Growth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310128" y="3401568"/>
            <a:ext cx="2450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trains tutors for both in-person and online sessions, preparing them for professional work.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035040" y="2852928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44768" y="2926080"/>
            <a:ext cx="457200" cy="45720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298094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656832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Encouragement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144768" y="3401568"/>
            <a:ext cx="2450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students make repeated mistakes, he responds with a smile and motivates them forward.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65760" y="4901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Acharya  |  OL 3020  |  Wright State University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412480" y="4901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0"/>
            <a:ext cx="9144000" cy="64008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IN PRACTICE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Implements a Vision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132320" y="73152"/>
            <a:ext cx="1024128" cy="1024128"/>
          </a:xfrm>
          <a:prstGeom prst="ellipse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36" y="201168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Northouse, 2025, Ch. 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691640"/>
            <a:ext cx="4114800" cy="100584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" y="1737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19933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student independence in mathematics — strengthen foundational skills so students no longer rely on others for answers.</a:t>
            </a:r>
            <a:endParaRPr lang="en-US" sz="1150" dirty="0"/>
          </a:p>
        </p:txBody>
      </p:sp>
      <p:pic>
        <p:nvPicPr>
          <p:cNvPr id="12" name="Image 1" descr="/home/claude/wsu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3749040" cy="2286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65760" y="2852928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5760" y="2852928"/>
            <a:ext cx="475488" cy="169164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324612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96112" y="29077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the Right Tutors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96112" y="336499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tutors with both subject knowledge and the patience to guide students.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200400" y="2852928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0" y="2852928"/>
            <a:ext cx="475488" cy="169164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200400" y="324612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730752" y="29077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Online &amp; In-Person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730752" y="336499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tutors to support students in any format, building professional readiness.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035040" y="2852928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035040" y="2852928"/>
            <a:ext cx="475488" cy="169164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035040" y="324612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565392" y="29077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Guide, Don't Give Answers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565392" y="336499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 walk students through their thinking process to develop lasting independence.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65760" y="4901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Acharya  |  OL 3020  |  Wright State University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8412480" y="4901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3200400" cy="54864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43000"/>
            <a:ext cx="8321040" cy="914400"/>
          </a:xfrm>
          <a:prstGeom prst="rect">
            <a:avLst/>
          </a:prstGeom>
          <a:solidFill>
            <a:srgbClr val="16472A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1188720" cy="91440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99032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1252728"/>
            <a:ext cx="6858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Northouse, P. G. (2025). Introduction to leadership: Concepts and practice (6th ed.). Sage Publications.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240280"/>
            <a:ext cx="8321040" cy="914400"/>
          </a:xfrm>
          <a:prstGeom prst="rect">
            <a:avLst/>
          </a:prstGeom>
          <a:solidFill>
            <a:srgbClr val="16472A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240280"/>
            <a:ext cx="1188720" cy="91440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496312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CliftonStrengths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91640" y="2350008"/>
            <a:ext cx="6858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Rath, T. (2007). StrengthsFinder 2.0. Gallup Press.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337560"/>
            <a:ext cx="8321040" cy="914400"/>
          </a:xfrm>
          <a:prstGeom prst="rect">
            <a:avLst/>
          </a:prstGeom>
          <a:solidFill>
            <a:srgbClr val="16472A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337560"/>
            <a:ext cx="1188720" cy="91440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93592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Profile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91640" y="3447288"/>
            <a:ext cx="6858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Clayton, E. O. (2025). Wright State University faculty profile. https://people.wright.edu/emanuel.clayton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Acharya  |  OL 3020  |  Wright State University  |  March 12,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Lessons of Leadership – Emanuel Clayton</dc:title>
  <dc:subject>PptxGenJS Presentation</dc:subject>
  <dc:creator>PptxGenJS</dc:creator>
  <cp:lastModifiedBy>PptxGenJS</cp:lastModifiedBy>
  <cp:revision>1</cp:revision>
  <dcterms:created xsi:type="dcterms:W3CDTF">2026-03-12T19:17:59Z</dcterms:created>
  <dcterms:modified xsi:type="dcterms:W3CDTF">2026-03-12T19:17:59Z</dcterms:modified>
</cp:coreProperties>
</file>