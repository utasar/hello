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68493-095A-90AF-C0A1-F4B6C0E9D405}" v="40" dt="2026-03-11T20:46:55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1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3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1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8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0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2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2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09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4" descr="https://upload.wikimedia.org/wikipedia/commons/2/2b/Official_portrait_of_Balendra_Shah_%282026%29_%28cropped%29.jpg">
            <a:extLst>
              <a:ext uri="{FF2B5EF4-FFF2-40B4-BE49-F238E27FC236}">
                <a16:creationId xmlns:a16="http://schemas.microsoft.com/office/drawing/2014/main" id="{D90E1877-3C3E-BFF6-194F-D21A94F2E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8" b="27058"/>
          <a:stretch>
            <a:fillRect/>
          </a:stretch>
        </p:blipFill>
        <p:spPr>
          <a:xfrm>
            <a:off x="5091546" y="619123"/>
            <a:ext cx="7100454" cy="6238874"/>
          </a:xfrm>
          <a:custGeom>
            <a:avLst/>
            <a:gdLst/>
            <a:ahLst/>
            <a:cxnLst/>
            <a:rect l="l" t="t" r="r" b="b"/>
            <a:pathLst>
              <a:path w="7100454" h="6238874">
                <a:moveTo>
                  <a:pt x="5221938" y="783"/>
                </a:moveTo>
                <a:cubicBezTo>
                  <a:pt x="5784158" y="15914"/>
                  <a:pt x="6301398" y="253541"/>
                  <a:pt x="6756828" y="979302"/>
                </a:cubicBezTo>
                <a:cubicBezTo>
                  <a:pt x="6870382" y="1160214"/>
                  <a:pt x="6969391" y="1352970"/>
                  <a:pt x="7057114" y="1554417"/>
                </a:cubicBezTo>
                <a:lnTo>
                  <a:pt x="7100454" y="1659685"/>
                </a:lnTo>
                <a:lnTo>
                  <a:pt x="7100454" y="6238874"/>
                </a:lnTo>
                <a:lnTo>
                  <a:pt x="0" y="6238874"/>
                </a:lnTo>
                <a:lnTo>
                  <a:pt x="14064" y="6003370"/>
                </a:lnTo>
                <a:cubicBezTo>
                  <a:pt x="69537" y="5262783"/>
                  <a:pt x="191580" y="4496548"/>
                  <a:pt x="334789" y="3724830"/>
                </a:cubicBezTo>
                <a:cubicBezTo>
                  <a:pt x="778352" y="1333290"/>
                  <a:pt x="2184944" y="696602"/>
                  <a:pt x="3836378" y="244282"/>
                </a:cubicBezTo>
                <a:cubicBezTo>
                  <a:pt x="4320163" y="111842"/>
                  <a:pt x="4784656" y="-10986"/>
                  <a:pt x="5221938" y="783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A0F8916-44ED-4BA2-B4A8-BFF92E4B4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254705" y="-79298"/>
            <a:ext cx="6064089" cy="78105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ea typeface="+mj-lt"/>
                <a:cs typeface="+mj-lt"/>
              </a:rPr>
              <a:t>Balendra “Balen” Shah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179" y="4258849"/>
            <a:ext cx="4686821" cy="183715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Leader: Balendra Shah</a:t>
            </a:r>
            <a:endParaRPr lang="en-US" sz="1000"/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Nepali rapper, civil engineer, and political leader</a:t>
            </a:r>
            <a:endParaRPr lang="en-US" sz="1000"/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Former Mayor of Kathmandu</a:t>
            </a:r>
            <a:endParaRPr lang="en-US" sz="1000"/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Known for speaking against corruption and inequality</a:t>
            </a:r>
            <a:endParaRPr lang="en-US" sz="1000"/>
          </a:p>
          <a:p>
            <a:pPr marL="285750" indent="-285750" algn="l">
              <a:lnSpc>
                <a:spcPct val="115000"/>
              </a:lnSpc>
              <a:buFont typeface="Arial"/>
              <a:buChar char="•"/>
            </a:pPr>
            <a:r>
              <a:rPr lang="en-US" sz="1000" dirty="0">
                <a:ea typeface="+mn-lt"/>
                <a:cs typeface="+mn-lt"/>
              </a:rPr>
              <a:t>Inspired young people to participate in politics</a:t>
            </a:r>
            <a:endParaRPr lang="en-US" sz="1000" dirty="0"/>
          </a:p>
          <a:p>
            <a:pPr algn="l">
              <a:lnSpc>
                <a:spcPct val="115000"/>
              </a:lnSpc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7" name="Graphic 6" descr="Lecturer">
            <a:extLst>
              <a:ext uri="{FF2B5EF4-FFF2-40B4-BE49-F238E27FC236}">
                <a16:creationId xmlns:a16="http://schemas.microsoft.com/office/drawing/2014/main" id="{6D3EA6C6-20EE-D14F-CFD0-8B7351EA5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827" y="1524000"/>
            <a:ext cx="4581173" cy="4581173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31B230E-4625-5225-310B-CCFFB05CA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Strength: Influencing / Activator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Motivates people to take action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Strong communication skills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Uses music and speeches to influence society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Encourages civic engagement</a:t>
            </a:r>
            <a:endParaRPr lang="en-US" sz="2400"/>
          </a:p>
          <a:p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BAAE9-FF37-45A3-F7DD-AF418BD2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Leadership Strength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01454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97A36-1177-1384-E898-098BBB7F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>
                <a:ea typeface="+mn-lt"/>
                <a:cs typeface="+mn-lt"/>
              </a:rPr>
              <a:t>Vision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Transparent government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Reduce corruption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Youth participation in politics</a:t>
            </a:r>
            <a:endParaRPr lang="en-US" sz="170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>
                <a:ea typeface="+mn-lt"/>
                <a:cs typeface="+mn-lt"/>
              </a:rPr>
              <a:t>Leadership Impact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Inspired young voters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Encouraged public involvement in government</a:t>
            </a:r>
            <a:endParaRPr lang="en-US" sz="1700"/>
          </a:p>
          <a:p>
            <a:pPr>
              <a:lnSpc>
                <a:spcPct val="115000"/>
              </a:lnSpc>
            </a:pPr>
            <a:r>
              <a:rPr lang="en-US" sz="1700">
                <a:ea typeface="+mn-lt"/>
                <a:cs typeface="+mn-lt"/>
              </a:rPr>
              <a:t>Represented a new generation of leadership</a:t>
            </a:r>
            <a:endParaRPr lang="en-US" sz="1700"/>
          </a:p>
          <a:p>
            <a:pPr>
              <a:lnSpc>
                <a:spcPct val="115000"/>
              </a:lnSpc>
            </a:pPr>
            <a:endParaRPr lang="en-US" sz="17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4FEC7-8A3B-57E1-AFE1-A5E776F5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Vision and Leadership</a:t>
            </a:r>
            <a:endParaRPr lang="en-US" sz="3200"/>
          </a:p>
        </p:txBody>
      </p:sp>
      <p:pic>
        <p:nvPicPr>
          <p:cNvPr id="7" name="Graphic 6" descr="Group">
            <a:extLst>
              <a:ext uri="{FF2B5EF4-FFF2-40B4-BE49-F238E27FC236}">
                <a16:creationId xmlns:a16="http://schemas.microsoft.com/office/drawing/2014/main" id="{2DBA4AAF-F9A0-4A6F-C99A-138753A3C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771525"/>
            <a:ext cx="533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7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9088-5D5C-CD7B-DDFD-B995459F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References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52A0-7D7F-4E68-08F3-9D5E5EFD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Khurana, S. (2026). </a:t>
            </a:r>
            <a:r>
              <a:rPr lang="en-US" i="1">
                <a:ea typeface="+mn-lt"/>
                <a:cs typeface="+mn-lt"/>
              </a:rPr>
              <a:t>Balen Shah: The rapper who is Nepal’s new Prime Minister.</a:t>
            </a:r>
            <a:r>
              <a:rPr lang="en-US">
                <a:ea typeface="+mn-lt"/>
                <a:cs typeface="+mn-lt"/>
              </a:rPr>
              <a:t> The Indian Express.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06517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PebbleVTI</vt:lpstr>
      <vt:lpstr>Balendra “Balen” Shah</vt:lpstr>
      <vt:lpstr>Leadership Strength</vt:lpstr>
      <vt:lpstr>Vision and Leadership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</cp:revision>
  <dcterms:created xsi:type="dcterms:W3CDTF">2026-03-11T18:34:45Z</dcterms:created>
  <dcterms:modified xsi:type="dcterms:W3CDTF">2026-03-12T16:50:13Z</dcterms:modified>
</cp:coreProperties>
</file>